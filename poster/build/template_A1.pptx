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3"/>
  </p:notesMasterIdLst>
  <p:handoutMasterIdLst>
    <p:handoutMasterId r:id="rId4"/>
  </p:handoutMasterIdLst>
  <p:sldIdLst>
    <p:sldId id="257" r:id="rId2"/>
  </p:sldIdLst>
  <p:sldSz cx="21388388" cy="30275213"/>
  <p:notesSz cx="6888163" cy="10018713"/>
  <p:defaultText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65">
          <p15:clr>
            <a:srgbClr val="A4A3A4"/>
          </p15:clr>
        </p15:guide>
        <p15:guide id="3" orient="horz" pos="18541">
          <p15:clr>
            <a:srgbClr val="A4A3A4"/>
          </p15:clr>
        </p15:guide>
        <p15:guide id="5" pos="13191">
          <p15:clr>
            <a:srgbClr val="A4A3A4"/>
          </p15:clr>
        </p15:guide>
      </p15:sldGuideLst>
    </p:ext>
    <p:ext uri="{2D200454-40CA-4A62-9FC3-DE9A4176ACB9}">
      <p15:notesGuideLst xmlns:p15="http://schemas.microsoft.com/office/powerpoint/2012/main">
        <p15:guide id="1" orient="horz" pos="3156" userDrawn="1">
          <p15:clr>
            <a:srgbClr val="A4A3A4"/>
          </p15:clr>
        </p15:guide>
        <p15:guide id="2" pos="217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 id="4" name="Taehyun Jung" initials="TJ" lastIdx="2" clrIdx="4">
    <p:extLst>
      <p:ext uri="{19B8F6BF-5375-455C-9EA6-DF929625EA0E}">
        <p15:presenceInfo xmlns:p15="http://schemas.microsoft.com/office/powerpoint/2012/main" userId="a3451b165ff1979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89" autoAdjust="0"/>
    <p:restoredTop sz="94777" autoAdjust="0"/>
  </p:normalViewPr>
  <p:slideViewPr>
    <p:cSldViewPr snapToGrid="0" snapToObjects="1" showGuides="1">
      <p:cViewPr varScale="1">
        <p:scale>
          <a:sx n="23" d="100"/>
          <a:sy n="23" d="100"/>
        </p:scale>
        <p:origin x="3078" y="60"/>
      </p:cViewPr>
      <p:guideLst>
        <p:guide orient="horz" pos="265"/>
        <p:guide orient="horz" pos="18541"/>
        <p:guide pos="1319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3156"/>
        <p:guide pos="217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0936"/>
          </a:xfrm>
          <a:prstGeom prst="rect">
            <a:avLst/>
          </a:prstGeom>
        </p:spPr>
        <p:txBody>
          <a:bodyPr vert="horz" lIns="96606" tIns="48303" rIns="96606" bIns="48303" rtlCol="0"/>
          <a:lstStyle>
            <a:lvl1pPr algn="l">
              <a:defRPr sz="1300"/>
            </a:lvl1pPr>
          </a:lstStyle>
          <a:p>
            <a:endParaRPr lang="en-US"/>
          </a:p>
        </p:txBody>
      </p:sp>
      <p:sp>
        <p:nvSpPr>
          <p:cNvPr id="3" name="Date Placeholder 2"/>
          <p:cNvSpPr>
            <a:spLocks noGrp="1"/>
          </p:cNvSpPr>
          <p:nvPr>
            <p:ph type="dt" sz="quarter" idx="1"/>
          </p:nvPr>
        </p:nvSpPr>
        <p:spPr>
          <a:xfrm>
            <a:off x="3901698" y="0"/>
            <a:ext cx="2984871" cy="500936"/>
          </a:xfrm>
          <a:prstGeom prst="rect">
            <a:avLst/>
          </a:prstGeom>
        </p:spPr>
        <p:txBody>
          <a:bodyPr vert="horz" lIns="96606" tIns="48303" rIns="96606" bIns="48303" rtlCol="0"/>
          <a:lstStyle>
            <a:lvl1pPr algn="r">
              <a:defRPr sz="1300"/>
            </a:lvl1pPr>
          </a:lstStyle>
          <a:p>
            <a:fld id="{0158C5BC-9A70-462C-B28D-9600239EAC64}" type="datetimeFigureOut">
              <a:rPr lang="en-US" smtClean="0"/>
              <a:pPr/>
              <a:t>9/24/2025</a:t>
            </a:fld>
            <a:endParaRPr lang="en-US"/>
          </a:p>
        </p:txBody>
      </p:sp>
      <p:sp>
        <p:nvSpPr>
          <p:cNvPr id="4" name="Footer Placeholder 3"/>
          <p:cNvSpPr>
            <a:spLocks noGrp="1"/>
          </p:cNvSpPr>
          <p:nvPr>
            <p:ph type="ftr" sz="quarter" idx="2"/>
          </p:nvPr>
        </p:nvSpPr>
        <p:spPr>
          <a:xfrm>
            <a:off x="0" y="9516038"/>
            <a:ext cx="2984871" cy="500936"/>
          </a:xfrm>
          <a:prstGeom prst="rect">
            <a:avLst/>
          </a:prstGeom>
        </p:spPr>
        <p:txBody>
          <a:bodyPr vert="horz" lIns="96606" tIns="48303" rIns="96606" bIns="48303" rtlCol="0" anchor="b"/>
          <a:lstStyle>
            <a:lvl1pPr algn="l">
              <a:defRPr sz="1300"/>
            </a:lvl1pPr>
          </a:lstStyle>
          <a:p>
            <a:endParaRPr lang="en-US"/>
          </a:p>
        </p:txBody>
      </p:sp>
      <p:sp>
        <p:nvSpPr>
          <p:cNvPr id="5" name="Slide Number Placeholder 4"/>
          <p:cNvSpPr>
            <a:spLocks noGrp="1"/>
          </p:cNvSpPr>
          <p:nvPr>
            <p:ph type="sldNum" sz="quarter" idx="3"/>
          </p:nvPr>
        </p:nvSpPr>
        <p:spPr>
          <a:xfrm>
            <a:off x="3901698" y="9516038"/>
            <a:ext cx="2984871" cy="500936"/>
          </a:xfrm>
          <a:prstGeom prst="rect">
            <a:avLst/>
          </a:prstGeom>
        </p:spPr>
        <p:txBody>
          <a:bodyPr vert="horz" lIns="96606" tIns="48303" rIns="96606" bIns="48303" rtlCol="0" anchor="b"/>
          <a:lstStyle>
            <a:lvl1pPr algn="r">
              <a:defRPr sz="13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26391135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0936"/>
          </a:xfrm>
          <a:prstGeom prst="rect">
            <a:avLst/>
          </a:prstGeom>
        </p:spPr>
        <p:txBody>
          <a:bodyPr vert="horz" lIns="96606" tIns="48303" rIns="96606" bIns="48303" rtlCol="0"/>
          <a:lstStyle>
            <a:lvl1pPr algn="l">
              <a:defRPr sz="1300"/>
            </a:lvl1pPr>
          </a:lstStyle>
          <a:p>
            <a:endParaRPr lang="en-US" dirty="0"/>
          </a:p>
        </p:txBody>
      </p:sp>
      <p:sp>
        <p:nvSpPr>
          <p:cNvPr id="3" name="Date Placeholder 2"/>
          <p:cNvSpPr>
            <a:spLocks noGrp="1"/>
          </p:cNvSpPr>
          <p:nvPr>
            <p:ph type="dt" idx="1"/>
          </p:nvPr>
        </p:nvSpPr>
        <p:spPr>
          <a:xfrm>
            <a:off x="3901698" y="0"/>
            <a:ext cx="2984871" cy="500936"/>
          </a:xfrm>
          <a:prstGeom prst="rect">
            <a:avLst/>
          </a:prstGeom>
        </p:spPr>
        <p:txBody>
          <a:bodyPr vert="horz" lIns="96606" tIns="48303" rIns="96606" bIns="48303" rtlCol="0"/>
          <a:lstStyle>
            <a:lvl1pPr algn="r">
              <a:defRPr sz="1300"/>
            </a:lvl1pPr>
          </a:lstStyle>
          <a:p>
            <a:fld id="{E6CC2317-6751-4CD4-9995-8782DD78E936}" type="datetimeFigureOut">
              <a:rPr lang="en-US" smtClean="0"/>
              <a:pPr/>
              <a:t>9/24/2025</a:t>
            </a:fld>
            <a:endParaRPr lang="en-US" dirty="0"/>
          </a:p>
        </p:txBody>
      </p:sp>
      <p:sp>
        <p:nvSpPr>
          <p:cNvPr id="4" name="Slide Image Placeholder 3"/>
          <p:cNvSpPr>
            <a:spLocks noGrp="1" noRot="1" noChangeAspect="1"/>
          </p:cNvSpPr>
          <p:nvPr>
            <p:ph type="sldImg" idx="2"/>
          </p:nvPr>
        </p:nvSpPr>
        <p:spPr>
          <a:xfrm>
            <a:off x="2117725" y="750888"/>
            <a:ext cx="2652713" cy="3757612"/>
          </a:xfrm>
          <a:prstGeom prst="rect">
            <a:avLst/>
          </a:prstGeom>
          <a:noFill/>
          <a:ln w="12700">
            <a:solidFill>
              <a:prstClr val="black"/>
            </a:solidFill>
          </a:ln>
        </p:spPr>
        <p:txBody>
          <a:bodyPr vert="horz" lIns="96606" tIns="48303" rIns="96606" bIns="48303" rtlCol="0" anchor="ctr"/>
          <a:lstStyle/>
          <a:p>
            <a:endParaRPr lang="en-US" dirty="0"/>
          </a:p>
        </p:txBody>
      </p:sp>
      <p:sp>
        <p:nvSpPr>
          <p:cNvPr id="5" name="Notes Placeholder 4"/>
          <p:cNvSpPr>
            <a:spLocks noGrp="1"/>
          </p:cNvSpPr>
          <p:nvPr>
            <p:ph type="body" sz="quarter" idx="3"/>
          </p:nvPr>
        </p:nvSpPr>
        <p:spPr>
          <a:xfrm>
            <a:off x="688817" y="4758889"/>
            <a:ext cx="5510530" cy="4508421"/>
          </a:xfrm>
          <a:prstGeom prst="rect">
            <a:avLst/>
          </a:prstGeom>
        </p:spPr>
        <p:txBody>
          <a:bodyPr vert="horz" lIns="96606" tIns="48303" rIns="96606" bIns="4830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16038"/>
            <a:ext cx="2984871" cy="500936"/>
          </a:xfrm>
          <a:prstGeom prst="rect">
            <a:avLst/>
          </a:prstGeom>
        </p:spPr>
        <p:txBody>
          <a:bodyPr vert="horz" lIns="96606" tIns="48303" rIns="96606" bIns="48303" rtlCol="0" anchor="b"/>
          <a:lstStyle>
            <a:lvl1pPr algn="l">
              <a:defRPr sz="1300"/>
            </a:lvl1pPr>
          </a:lstStyle>
          <a:p>
            <a:endParaRPr lang="en-US" dirty="0"/>
          </a:p>
        </p:txBody>
      </p:sp>
      <p:sp>
        <p:nvSpPr>
          <p:cNvPr id="7" name="Slide Number Placeholder 6"/>
          <p:cNvSpPr>
            <a:spLocks noGrp="1"/>
          </p:cNvSpPr>
          <p:nvPr>
            <p:ph type="sldNum" sz="quarter" idx="5"/>
          </p:nvPr>
        </p:nvSpPr>
        <p:spPr>
          <a:xfrm>
            <a:off x="3901698" y="9516038"/>
            <a:ext cx="2984871" cy="500936"/>
          </a:xfrm>
          <a:prstGeom prst="rect">
            <a:avLst/>
          </a:prstGeom>
        </p:spPr>
        <p:txBody>
          <a:bodyPr vert="horz" lIns="96606" tIns="48303" rIns="96606" bIns="48303" rtlCol="0" anchor="b"/>
          <a:lstStyle>
            <a:lvl1pPr algn="r">
              <a:defRPr sz="13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3109100856"/>
      </p:ext>
    </p:extLst>
  </p:cSld>
  <p:clrMap bg1="lt1" tx1="dk1" bg2="lt2" tx2="dk2" accent1="accent1" accent2="accent2" accent3="accent3" accent4="accent4" accent5="accent5" accent6="accent6" hlink="hlink" folHlink="folHlink"/>
  <p:notesStyle>
    <a:lvl1pPr marL="0" algn="l" defTabSz="3038715" rtl="0" eaLnBrk="1" latinLnBrk="0" hangingPunct="1">
      <a:defRPr sz="4100" kern="1200">
        <a:solidFill>
          <a:schemeClr val="tx1"/>
        </a:solidFill>
        <a:latin typeface="+mn-lt"/>
        <a:ea typeface="+mn-ea"/>
        <a:cs typeface="+mn-cs"/>
      </a:defRPr>
    </a:lvl1pPr>
    <a:lvl2pPr marL="1519358" algn="l" defTabSz="3038715" rtl="0" eaLnBrk="1" latinLnBrk="0" hangingPunct="1">
      <a:defRPr sz="4100" kern="1200">
        <a:solidFill>
          <a:schemeClr val="tx1"/>
        </a:solidFill>
        <a:latin typeface="+mn-lt"/>
        <a:ea typeface="+mn-ea"/>
        <a:cs typeface="+mn-cs"/>
      </a:defRPr>
    </a:lvl2pPr>
    <a:lvl3pPr marL="3038715" algn="l" defTabSz="3038715" rtl="0" eaLnBrk="1" latinLnBrk="0" hangingPunct="1">
      <a:defRPr sz="4100" kern="1200">
        <a:solidFill>
          <a:schemeClr val="tx1"/>
        </a:solidFill>
        <a:latin typeface="+mn-lt"/>
        <a:ea typeface="+mn-ea"/>
        <a:cs typeface="+mn-cs"/>
      </a:defRPr>
    </a:lvl3pPr>
    <a:lvl4pPr marL="4558071" algn="l" defTabSz="3038715" rtl="0" eaLnBrk="1" latinLnBrk="0" hangingPunct="1">
      <a:defRPr sz="4100" kern="1200">
        <a:solidFill>
          <a:schemeClr val="tx1"/>
        </a:solidFill>
        <a:latin typeface="+mn-lt"/>
        <a:ea typeface="+mn-ea"/>
        <a:cs typeface="+mn-cs"/>
      </a:defRPr>
    </a:lvl4pPr>
    <a:lvl5pPr marL="6077429" algn="l" defTabSz="3038715" rtl="0" eaLnBrk="1" latinLnBrk="0" hangingPunct="1">
      <a:defRPr sz="4100" kern="1200">
        <a:solidFill>
          <a:schemeClr val="tx1"/>
        </a:solidFill>
        <a:latin typeface="+mn-lt"/>
        <a:ea typeface="+mn-ea"/>
        <a:cs typeface="+mn-cs"/>
      </a:defRPr>
    </a:lvl5pPr>
    <a:lvl6pPr marL="7596786" algn="l" defTabSz="3038715" rtl="0" eaLnBrk="1" latinLnBrk="0" hangingPunct="1">
      <a:defRPr sz="4100" kern="1200">
        <a:solidFill>
          <a:schemeClr val="tx1"/>
        </a:solidFill>
        <a:latin typeface="+mn-lt"/>
        <a:ea typeface="+mn-ea"/>
        <a:cs typeface="+mn-cs"/>
      </a:defRPr>
    </a:lvl6pPr>
    <a:lvl7pPr marL="9116145" algn="l" defTabSz="3038715" rtl="0" eaLnBrk="1" latinLnBrk="0" hangingPunct="1">
      <a:defRPr sz="4100" kern="1200">
        <a:solidFill>
          <a:schemeClr val="tx1"/>
        </a:solidFill>
        <a:latin typeface="+mn-lt"/>
        <a:ea typeface="+mn-ea"/>
        <a:cs typeface="+mn-cs"/>
      </a:defRPr>
    </a:lvl7pPr>
    <a:lvl8pPr marL="10635501" algn="l" defTabSz="3038715" rtl="0" eaLnBrk="1" latinLnBrk="0" hangingPunct="1">
      <a:defRPr sz="4100" kern="1200">
        <a:solidFill>
          <a:schemeClr val="tx1"/>
        </a:solidFill>
        <a:latin typeface="+mn-lt"/>
        <a:ea typeface="+mn-ea"/>
        <a:cs typeface="+mn-cs"/>
      </a:defRPr>
    </a:lvl8pPr>
    <a:lvl9pPr marL="12154859" algn="l" defTabSz="3038715" rtl="0" eaLnBrk="1" latinLnBrk="0" hangingPunct="1">
      <a:defRPr sz="4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3183462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1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5365571"/>
            <a:ext cx="10101856"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9463" y="4842926"/>
            <a:ext cx="1009388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9461" y="13071318"/>
            <a:ext cx="10096349"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0846594" y="4842926"/>
            <a:ext cx="1009375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0846594" y="5365571"/>
            <a:ext cx="10093752"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0846595" y="13087287"/>
            <a:ext cx="10090978"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0842726" y="13648379"/>
            <a:ext cx="10094847"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0854419" y="23617471"/>
            <a:ext cx="10085926"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0846595" y="24192709"/>
            <a:ext cx="1009097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40616" y="13633726"/>
            <a:ext cx="1010272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2890078" y="3554249"/>
            <a:ext cx="15608232" cy="769233"/>
          </a:xfrm>
          <a:prstGeom prst="rect">
            <a:avLst/>
          </a:prstGeom>
        </p:spPr>
        <p:txBody>
          <a:bodyPr lIns="54681" tIns="27341" rIns="54681" bIns="27341">
            <a:normAutofit/>
          </a:bodyPr>
          <a:lstStyle>
            <a:lvl1pPr marL="0" indent="0" algn="ctr">
              <a:buFontTx/>
              <a:buNone/>
              <a:defRPr sz="43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79" name="Text Placeholder 76"/>
          <p:cNvSpPr>
            <a:spLocks noGrp="1"/>
          </p:cNvSpPr>
          <p:nvPr>
            <p:ph type="body" sz="quarter" idx="151" hasCustomPrompt="1"/>
          </p:nvPr>
        </p:nvSpPr>
        <p:spPr>
          <a:xfrm>
            <a:off x="2890078" y="2235565"/>
            <a:ext cx="15608232" cy="1318684"/>
          </a:xfrm>
          <a:prstGeom prst="rect">
            <a:avLst/>
          </a:prstGeom>
        </p:spPr>
        <p:txBody>
          <a:bodyPr lIns="54681" tIns="27341" rIns="54681" bIns="27341" anchor="t" anchorCtr="1">
            <a:normAutofit/>
          </a:bodyPr>
          <a:lstStyle>
            <a:lvl1pPr marL="0" indent="0" algn="ctr">
              <a:buFontTx/>
              <a:buNone/>
              <a:defRPr sz="69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80" name="Text Placeholder 76"/>
          <p:cNvSpPr>
            <a:spLocks noGrp="1"/>
          </p:cNvSpPr>
          <p:nvPr>
            <p:ph type="body" sz="quarter" idx="153" hasCustomPrompt="1"/>
          </p:nvPr>
        </p:nvSpPr>
        <p:spPr>
          <a:xfrm>
            <a:off x="2890078" y="348658"/>
            <a:ext cx="15608232" cy="1886907"/>
          </a:xfrm>
          <a:prstGeom prst="rect">
            <a:avLst/>
          </a:prstGeom>
        </p:spPr>
        <p:txBody>
          <a:bodyPr lIns="54681" tIns="27341" rIns="54681" bIns="27341" anchor="t" anchorCtr="1">
            <a:normAutofit/>
          </a:bodyPr>
          <a:lstStyle>
            <a:lvl1pPr marL="0" indent="0" algn="ctr">
              <a:buFontTx/>
              <a:buNone/>
              <a:defRPr sz="9900" b="1">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Picture 4" descr="Text&#10;&#10;Description automatically generated">
            <a:extLst>
              <a:ext uri="{FF2B5EF4-FFF2-40B4-BE49-F238E27FC236}">
                <a16:creationId xmlns:a16="http://schemas.microsoft.com/office/drawing/2014/main" id="{C1893B17-B411-48C7-82AB-F8C444055F15}"/>
              </a:ext>
            </a:extLst>
          </p:cNvPr>
          <p:cNvPicPr>
            <a:picLocks noChangeAspect="1"/>
          </p:cNvPicPr>
          <p:nvPr userDrawn="1"/>
        </p:nvPicPr>
        <p:blipFill>
          <a:blip r:embed="rId3"/>
          <a:stretch>
            <a:fillRect/>
          </a:stretch>
        </p:blipFill>
        <p:spPr>
          <a:xfrm>
            <a:off x="8359272" y="29062412"/>
            <a:ext cx="4823328" cy="846087"/>
          </a:xfrm>
          <a:prstGeom prst="rect">
            <a:avLst/>
          </a:prstGeom>
        </p:spPr>
      </p:pic>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p:cNvSpPr>
            <a:spLocks noGrp="1"/>
          </p:cNvSpPr>
          <p:nvPr>
            <p:ph type="body" sz="quarter" idx="10"/>
          </p:nvPr>
        </p:nvSpPr>
        <p:spPr/>
        <p:txBody>
          <a:bodyPr/>
          <a:lstStyle/>
          <a:p>
            <a:endParaRPr lang="ko-KR" altLang="en-US"/>
          </a:p>
        </p:txBody>
      </p:sp>
      <p:sp>
        <p:nvSpPr>
          <p:cNvPr id="4" name="텍스트 개체 틀 3"/>
          <p:cNvSpPr>
            <a:spLocks noGrp="1"/>
          </p:cNvSpPr>
          <p:nvPr>
            <p:ph type="body" sz="quarter" idx="11"/>
          </p:nvPr>
        </p:nvSpPr>
        <p:spPr/>
        <p:txBody>
          <a:bodyPr/>
          <a:lstStyle/>
          <a:p>
            <a:endParaRPr lang="ko-KR" altLang="en-US"/>
          </a:p>
        </p:txBody>
      </p:sp>
      <p:sp>
        <p:nvSpPr>
          <p:cNvPr id="5" name="텍스트 개체 틀 4"/>
          <p:cNvSpPr>
            <a:spLocks noGrp="1"/>
          </p:cNvSpPr>
          <p:nvPr>
            <p:ph type="body" sz="quarter" idx="20"/>
          </p:nvPr>
        </p:nvSpPr>
        <p:spPr/>
        <p:txBody>
          <a:bodyPr/>
          <a:lstStyle/>
          <a:p>
            <a:endParaRPr lang="ko-KR" altLang="en-US"/>
          </a:p>
        </p:txBody>
      </p:sp>
      <p:sp>
        <p:nvSpPr>
          <p:cNvPr id="6" name="텍스트 개체 틀 5"/>
          <p:cNvSpPr>
            <a:spLocks noGrp="1"/>
          </p:cNvSpPr>
          <p:nvPr>
            <p:ph type="body" sz="quarter" idx="25"/>
          </p:nvPr>
        </p:nvSpPr>
        <p:spPr/>
        <p:txBody>
          <a:bodyPr/>
          <a:lstStyle/>
          <a:p>
            <a:endParaRPr lang="ko-KR" altLang="en-US"/>
          </a:p>
        </p:txBody>
      </p:sp>
      <p:sp>
        <p:nvSpPr>
          <p:cNvPr id="7" name="텍스트 개체 틀 6"/>
          <p:cNvSpPr>
            <a:spLocks noGrp="1"/>
          </p:cNvSpPr>
          <p:nvPr>
            <p:ph type="body" sz="quarter" idx="26"/>
          </p:nvPr>
        </p:nvSpPr>
        <p:spPr/>
        <p:txBody>
          <a:bodyPr/>
          <a:lstStyle/>
          <a:p>
            <a:endParaRPr lang="ko-KR" altLang="en-US"/>
          </a:p>
        </p:txBody>
      </p:sp>
      <p:sp>
        <p:nvSpPr>
          <p:cNvPr id="8" name="텍스트 개체 틀 7"/>
          <p:cNvSpPr>
            <a:spLocks noGrp="1"/>
          </p:cNvSpPr>
          <p:nvPr>
            <p:ph type="body" sz="quarter" idx="27"/>
          </p:nvPr>
        </p:nvSpPr>
        <p:spPr/>
        <p:txBody>
          <a:bodyPr/>
          <a:lstStyle/>
          <a:p>
            <a:endParaRPr lang="ko-KR" altLang="en-US"/>
          </a:p>
        </p:txBody>
      </p:sp>
      <p:sp>
        <p:nvSpPr>
          <p:cNvPr id="9" name="텍스트 개체 틀 8"/>
          <p:cNvSpPr>
            <a:spLocks noGrp="1"/>
          </p:cNvSpPr>
          <p:nvPr>
            <p:ph type="body" sz="quarter" idx="28"/>
          </p:nvPr>
        </p:nvSpPr>
        <p:spPr/>
        <p:txBody>
          <a:bodyPr/>
          <a:lstStyle/>
          <a:p>
            <a:endParaRPr lang="ko-KR" altLang="en-US"/>
          </a:p>
        </p:txBody>
      </p:sp>
      <p:sp>
        <p:nvSpPr>
          <p:cNvPr id="10" name="텍스트 개체 틀 9"/>
          <p:cNvSpPr>
            <a:spLocks noGrp="1"/>
          </p:cNvSpPr>
          <p:nvPr>
            <p:ph type="body" sz="quarter" idx="29"/>
          </p:nvPr>
        </p:nvSpPr>
        <p:spPr/>
        <p:txBody>
          <a:bodyPr/>
          <a:lstStyle/>
          <a:p>
            <a:endParaRPr lang="ko-KR" altLang="en-US"/>
          </a:p>
        </p:txBody>
      </p:sp>
      <p:sp>
        <p:nvSpPr>
          <p:cNvPr id="11" name="텍스트 개체 틀 10"/>
          <p:cNvSpPr>
            <a:spLocks noGrp="1"/>
          </p:cNvSpPr>
          <p:nvPr>
            <p:ph type="body" sz="quarter" idx="30"/>
          </p:nvPr>
        </p:nvSpPr>
        <p:spPr/>
        <p:txBody>
          <a:bodyPr/>
          <a:lstStyle/>
          <a:p>
            <a:endParaRPr lang="ko-KR" altLang="en-US"/>
          </a:p>
        </p:txBody>
      </p:sp>
      <p:sp>
        <p:nvSpPr>
          <p:cNvPr id="12" name="텍스트 개체 틀 11"/>
          <p:cNvSpPr>
            <a:spLocks noGrp="1"/>
          </p:cNvSpPr>
          <p:nvPr>
            <p:ph type="body" sz="quarter" idx="96"/>
          </p:nvPr>
        </p:nvSpPr>
        <p:spPr/>
        <p:txBody>
          <a:bodyPr/>
          <a:lstStyle/>
          <a:p>
            <a:endParaRPr lang="ko-KR" altLang="en-US"/>
          </a:p>
        </p:txBody>
      </p:sp>
      <p:sp>
        <p:nvSpPr>
          <p:cNvPr id="13" name="텍스트 개체 틀 12"/>
          <p:cNvSpPr>
            <a:spLocks noGrp="1"/>
          </p:cNvSpPr>
          <p:nvPr>
            <p:ph type="body" sz="quarter" idx="150"/>
          </p:nvPr>
        </p:nvSpPr>
        <p:spPr/>
        <p:txBody>
          <a:bodyPr/>
          <a:lstStyle/>
          <a:p>
            <a:endParaRPr lang="ko-KR" altLang="en-US"/>
          </a:p>
        </p:txBody>
      </p:sp>
      <p:sp>
        <p:nvSpPr>
          <p:cNvPr id="14" name="텍스트 개체 틀 13"/>
          <p:cNvSpPr>
            <a:spLocks noGrp="1"/>
          </p:cNvSpPr>
          <p:nvPr>
            <p:ph type="body" sz="quarter" idx="151"/>
          </p:nvPr>
        </p:nvSpPr>
        <p:spPr/>
        <p:txBody>
          <a:bodyPr/>
          <a:lstStyle/>
          <a:p>
            <a:endParaRPr lang="ko-KR" altLang="en-US" dirty="0"/>
          </a:p>
        </p:txBody>
      </p:sp>
      <p:sp>
        <p:nvSpPr>
          <p:cNvPr id="15" name="텍스트 개체 틀 14"/>
          <p:cNvSpPr>
            <a:spLocks noGrp="1"/>
          </p:cNvSpPr>
          <p:nvPr>
            <p:ph type="body" sz="quarter" idx="153"/>
          </p:nvPr>
        </p:nvSpPr>
        <p:spPr/>
        <p:txBody>
          <a:bodyPr/>
          <a:lstStyle/>
          <a:p>
            <a:endParaRPr lang="ko-KR" altLang="en-US" dirty="0"/>
          </a:p>
        </p:txBody>
      </p:sp>
      <p:sp>
        <p:nvSpPr>
          <p:cNvPr id="2" name="직사각형 1"/>
          <p:cNvSpPr/>
          <p:nvPr/>
        </p:nvSpPr>
        <p:spPr>
          <a:xfrm>
            <a:off x="19137086" y="348658"/>
            <a:ext cx="1567544" cy="826999"/>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3200" dirty="0" smtClean="0">
                <a:solidFill>
                  <a:schemeClr val="tx1"/>
                </a:solidFill>
              </a:rPr>
              <a:t>P</a:t>
            </a:r>
            <a:endParaRPr lang="ko-KR" altLang="en-US" sz="3200" dirty="0">
              <a:solidFill>
                <a:schemeClr val="tx1"/>
              </a:solidFill>
            </a:endParaRPr>
          </a:p>
        </p:txBody>
      </p:sp>
    </p:spTree>
    <p:extLst>
      <p:ext uri="{BB962C8B-B14F-4D97-AF65-F5344CB8AC3E}">
        <p14:creationId xmlns:p14="http://schemas.microsoft.com/office/powerpoint/2010/main" val="3742088974"/>
      </p:ext>
    </p:extLst>
  </p:cSld>
  <p:clrMapOvr>
    <a:masterClrMapping/>
  </p:clrMapOvr>
  <p:timing>
    <p:tnLst>
      <p:par>
        <p:cTn id="1" dur="indefinite" restart="never" nodeType="tmRoot"/>
      </p:par>
    </p:tnLst>
  </p:timing>
</p:sld>
</file>

<file path=ppt/theme/theme1.xml><?xml version="1.0" encoding="utf-8"?>
<a:theme xmlns:a="http://schemas.openxmlformats.org/drawingml/2006/main" name="A1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PosterPresentations.com-100CMx140CM</Template>
  <TotalTime>1447</TotalTime>
  <Words>2</Words>
  <Application>Microsoft Office PowerPoint</Application>
  <PresentationFormat>사용자 지정</PresentationFormat>
  <Paragraphs>2</Paragraphs>
  <Slides>1</Slides>
  <Notes>1</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vt:i4>
      </vt:variant>
    </vt:vector>
  </HeadingPairs>
  <TitlesOfParts>
    <vt:vector size="7" baseType="lpstr">
      <vt:lpstr>맑은 고딕</vt:lpstr>
      <vt:lpstr>Arial</vt:lpstr>
      <vt:lpstr>Calibri</vt:lpstr>
      <vt:lpstr>Times New Roman</vt:lpstr>
      <vt:lpstr>Trebuchet MS</vt:lpstr>
      <vt:lpstr>A1 Template</vt:lpstr>
      <vt:lpstr>PowerPoint 프레젠테이션</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A1 PowerPoint Presentation</dc:title>
  <dc:subject>Research poster presentation template</dc:subject>
  <dc:creator>PosterPresentations.com</dc:creator>
  <cp:keywords>A1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HYU</cp:lastModifiedBy>
  <cp:revision>51</cp:revision>
  <cp:lastPrinted>2024-06-19T17:05:08Z</cp:lastPrinted>
  <dcterms:created xsi:type="dcterms:W3CDTF">2012-02-10T00:21:22Z</dcterms:created>
  <dcterms:modified xsi:type="dcterms:W3CDTF">2025-09-24T07:06:34Z</dcterms:modified>
  <cp:category>Research poster templates</cp:category>
</cp:coreProperties>
</file>